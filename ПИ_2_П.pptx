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3E1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2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97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7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6" y="2219697"/>
            <a:ext cx="8096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4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Чат-бот </a:t>
            </a:r>
            <a:r>
              <a:rPr lang="ru-RU" sz="2400" dirty="0" err="1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Вконтакте</a:t>
            </a:r>
            <a:r>
              <a:rPr lang="ru-RU" sz="24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«</a:t>
            </a:r>
            <a:r>
              <a:rPr lang="ru-RU" sz="24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Полезный словарь»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577" y="2676897"/>
            <a:ext cx="8096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Команда проекта: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Иванов Денис Валерьевич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Трошина Мария Владимировна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410021"/>
            <a:ext cx="4642917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 err="1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Цель</a:t>
            </a:r>
            <a:endParaRPr lang="en-US" sz="2550" dirty="0">
              <a:solidFill>
                <a:srgbClr val="3E1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19215" y="1715914"/>
            <a:ext cx="434674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4BBDBA7E-61BC-4C6E-8B94-C8D8A05CCA96}"/>
              </a:ext>
            </a:extLst>
          </p:cNvPr>
          <p:cNvSpPr/>
          <p:nvPr/>
        </p:nvSpPr>
        <p:spPr>
          <a:xfrm>
            <a:off x="4319215" y="2422476"/>
            <a:ext cx="4642917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ru-RU" sz="255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550" dirty="0">
              <a:solidFill>
                <a:srgbClr val="3E1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E46A01-2442-436D-BCAA-9EFF9152B4C1}"/>
              </a:ext>
            </a:extLst>
          </p:cNvPr>
          <p:cNvSpPr txBox="1"/>
          <p:nvPr/>
        </p:nvSpPr>
        <p:spPr>
          <a:xfrm>
            <a:off x="478036" y="880400"/>
            <a:ext cx="6842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чат-бота для социальной сети «ВКонтакте», предназначенного для эффективного изучения и закрепления иностранной лексики с помощью системы интервальных повторений (викторин) и автоматизированного личного словаря.</a:t>
            </a:r>
            <a:endParaRPr lang="ru-RU" sz="1800" kern="100" dirty="0">
              <a:solidFill>
                <a:srgbClr val="6633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6633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952486-9A03-48F7-B0AF-29A8C4946AFC}"/>
              </a:ext>
            </a:extLst>
          </p:cNvPr>
          <p:cNvSpPr txBox="1"/>
          <p:nvPr/>
        </p:nvSpPr>
        <p:spPr>
          <a:xfrm>
            <a:off x="1104007" y="2898057"/>
            <a:ext cx="7858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эпоху избытка информации главной проблемой при изучении иностранного языка становится не поиск материалов, а удержание их в памяти. Традиционные методы ведения бумажных словарей неэффективны, так как они пассивны: пользователь редко возвращается к записанному материалу. К тому же, с блокировкой некоторых мессенджеров, высок спрос на отечественные аналоги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5528" y="181534"/>
            <a:ext cx="453047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275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З</a:t>
            </a:r>
            <a:r>
              <a:rPr lang="en-US" sz="2750" dirty="0" err="1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адачи</a:t>
            </a:r>
            <a:r>
              <a:rPr lang="en-US" sz="275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 проекта</a:t>
            </a:r>
            <a:endParaRPr lang="en-US" sz="2750" dirty="0">
              <a:solidFill>
                <a:srgbClr val="3E1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F6B54-1B2C-4A1F-82CD-74C55DB6CEB5}"/>
              </a:ext>
            </a:extLst>
          </p:cNvPr>
          <p:cNvSpPr txBox="1"/>
          <p:nvPr/>
        </p:nvSpPr>
        <p:spPr>
          <a:xfrm>
            <a:off x="301229" y="762000"/>
            <a:ext cx="34706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работу </a:t>
            </a:r>
            <a:r>
              <a:rPr lang="en-US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«ВКонтакте» и других необходимых библиотек для корректной работы бота </a:t>
            </a:r>
          </a:p>
          <a:p>
            <a:pPr marL="342900" indent="-342900" algn="just">
              <a:buAutoNum type="arabicPeriod"/>
            </a:pPr>
            <a:r>
              <a:rPr lang="ru-RU" dirty="0" err="1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Релизовать</a:t>
            </a: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пользовательсткий</a:t>
            </a: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логику обучения пользователя (словарь, викторина)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безопасность бота и его ответ на любые действия пользователя</a:t>
            </a:r>
          </a:p>
          <a:p>
            <a:pPr marL="342900" indent="-342900" algn="just">
              <a:buAutoNum type="arabicPeriod"/>
            </a:pPr>
            <a:r>
              <a:rPr lang="ru-RU" dirty="0">
                <a:solidFill>
                  <a:srgbClr val="3E1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косметические исправления для бота</a:t>
            </a:r>
          </a:p>
        </p:txBody>
      </p:sp>
      <p:pic>
        <p:nvPicPr>
          <p:cNvPr id="1026" name="Picture 2" descr="Изображение пина-истории">
            <a:extLst>
              <a:ext uri="{FF2B5EF4-FFF2-40B4-BE49-F238E27FC236}">
                <a16:creationId xmlns:a16="http://schemas.microsoft.com/office/drawing/2014/main" id="{A71DC59F-BDCE-4113-8A59-24D9E64D7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0"/>
            <a:ext cx="32385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9095" y="455637"/>
            <a:ext cx="33552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 err="1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Требования</a:t>
            </a:r>
            <a:r>
              <a:rPr lang="en-US" sz="260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 </a:t>
            </a:r>
            <a:r>
              <a:rPr lang="ru-RU" sz="260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к чат-боту</a:t>
            </a:r>
            <a:endParaRPr lang="en-US" sz="2600" dirty="0">
              <a:solidFill>
                <a:srgbClr val="3E1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9095" y="958676"/>
            <a:ext cx="2013124" cy="25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Функциональные</a:t>
            </a:r>
            <a:endParaRPr lang="en-US" sz="155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293911"/>
            <a:ext cx="2463180" cy="303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Добавление системы «слово-перевод».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Просмотр личного словаря пользователя.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Настройка интервала </a:t>
            </a:r>
            <a:r>
              <a:rPr lang="ru-RU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через графическое меню.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Проведение викторин с выбором ответа из предложенных вариантов.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должна автоматически определять язык ввода (RU/EN) и правильно реагировать на ввод.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036168" y="963736"/>
            <a:ext cx="2013124" cy="25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Нефункциональные</a:t>
            </a:r>
            <a:endParaRPr lang="en-US" sz="155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962274" y="1304031"/>
            <a:ext cx="2638425" cy="274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Время обработки входящего сообщения не превышает 0.5 секунды.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Поддержка многопоточности для одновременной работы таймеров и обработки сообщений.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 должен быть интуитивно понятным, сопровождаться текстовыми подсказками и эмодзи.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Код должен быть написан с использованием ООП (объектно-ориентированного программирования) по требованию </a:t>
            </a:r>
            <a:r>
              <a:rPr lang="ru-RU" sz="1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тз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46A3BF-FC33-41F4-B15C-65DF91A99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0"/>
            <a:ext cx="31908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9049"/>
            <a:ext cx="470713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E1F00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Технологии и инструменты</a:t>
            </a:r>
            <a:endParaRPr lang="en-US" sz="2750" dirty="0">
              <a:solidFill>
                <a:srgbClr val="3E1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0" descr="Picture background">
            <a:extLst>
              <a:ext uri="{FF2B5EF4-FFF2-40B4-BE49-F238E27FC236}">
                <a16:creationId xmlns:a16="http://schemas.microsoft.com/office/drawing/2014/main" id="{D7C1BC6C-E4C6-4B9D-B2A2-DB4184F4F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706" y="709054"/>
            <a:ext cx="1916929" cy="556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icture background">
            <a:extLst>
              <a:ext uri="{FF2B5EF4-FFF2-40B4-BE49-F238E27FC236}">
                <a16:creationId xmlns:a16="http://schemas.microsoft.com/office/drawing/2014/main" id="{CED7F8E4-F43C-4B52-831E-3D4469567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123" y="1441704"/>
            <a:ext cx="2088512" cy="10442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909DF01-7A88-4789-8309-8EA4DF1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279" y="2615881"/>
            <a:ext cx="2362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6F0474-75CD-4291-A589-B47EE1F36543}"/>
              </a:ext>
            </a:extLst>
          </p:cNvPr>
          <p:cNvSpPr txBox="1"/>
          <p:nvPr/>
        </p:nvSpPr>
        <p:spPr>
          <a:xfrm>
            <a:off x="455365" y="987233"/>
            <a:ext cx="5305723" cy="402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b="1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  <a:endParaRPr lang="ru-RU" b="1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algn="just">
              <a:lnSpc>
                <a:spcPct val="106000"/>
              </a:lnSpc>
              <a:spcAft>
                <a:spcPts val="800"/>
              </a:spcAft>
            </a:pPr>
            <a:r>
              <a:rPr lang="ru-RU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Основной язык разработки. Выбран за высокую скорость написания кода и богатую экосистему библиотек для лингвистики.</a:t>
            </a:r>
            <a:endParaRPr lang="ru-RU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b="1" kern="0" dirty="0" err="1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vk_api</a:t>
            </a:r>
            <a:endParaRPr lang="ru-RU" b="1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algn="just">
              <a:lnSpc>
                <a:spcPct val="106000"/>
              </a:lnSpc>
              <a:spcAft>
                <a:spcPts val="800"/>
              </a:spcAft>
            </a:pPr>
            <a:r>
              <a:rPr lang="ru-RU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Библиотека для взаимодействия с API VK. </a:t>
            </a:r>
          </a:p>
          <a:p>
            <a:pPr lvl="0" algn="just">
              <a:lnSpc>
                <a:spcPct val="106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b="1" kern="0" dirty="0" err="1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1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b="1" kern="0" dirty="0" err="1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b="1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algn="just">
              <a:lnSpc>
                <a:spcPct val="106000"/>
              </a:lnSpc>
              <a:spcAft>
                <a:spcPts val="800"/>
              </a:spcAft>
            </a:pPr>
            <a:r>
              <a:rPr lang="ru-RU" kern="0" dirty="0">
                <a:solidFill>
                  <a:srgbClr val="6633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 и хостинг для портфолио.</a:t>
            </a:r>
            <a:endParaRPr lang="ru-RU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algn="just">
              <a:lnSpc>
                <a:spcPct val="106000"/>
              </a:lnSpc>
              <a:spcAft>
                <a:spcPts val="800"/>
              </a:spcAft>
            </a:pPr>
            <a:endParaRPr lang="ru-RU" kern="100" dirty="0">
              <a:solidFill>
                <a:srgbClr val="6633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367" y="319236"/>
            <a:ext cx="3243188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Ф</a:t>
            </a:r>
            <a:r>
              <a:rPr lang="en-US" sz="2000" dirty="0" err="1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ункционал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A16C98-0555-4EB2-8F87-01FD1CFEE48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0188" y="759460"/>
            <a:ext cx="4017368" cy="13303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F53022-A15A-43CE-A822-4152BA47042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71975" y="759460"/>
            <a:ext cx="3084512" cy="17874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23C9C4-0D8A-47F5-B604-153238A5BDD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30188" y="2206968"/>
            <a:ext cx="4017368" cy="26172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065836-59B3-41F4-B505-B12272792A9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371975" y="2602575"/>
            <a:ext cx="2665285" cy="2221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367" y="319236"/>
            <a:ext cx="3243188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Ф</a:t>
            </a:r>
            <a:r>
              <a:rPr lang="en-US" sz="2000" dirty="0" err="1">
                <a:solidFill>
                  <a:srgbClr val="051D3A"/>
                </a:solidFill>
                <a:latin typeface="Times New Roman" panose="02020603050405020304" pitchFamily="18" charset="0"/>
                <a:ea typeface="Funnel Display" pitchFamily="34" charset="-122"/>
                <a:cs typeface="Times New Roman" panose="02020603050405020304" pitchFamily="18" charset="0"/>
              </a:rPr>
              <a:t>ункционал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08D53F-CD98-4D1D-A9B8-F2222F2778F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3537" y="763905"/>
            <a:ext cx="5940425" cy="19773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11BA97-EC93-4C5D-8433-CA5FF892C3C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135312" y="2571749"/>
            <a:ext cx="5940425" cy="247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0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296</Words>
  <Application>Microsoft Office PowerPoint</Application>
  <PresentationFormat>Экран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mary</dc:creator>
  <cp:lastModifiedBy>sibir22222@gmail.com</cp:lastModifiedBy>
  <cp:revision>10</cp:revision>
  <dcterms:created xsi:type="dcterms:W3CDTF">2026-05-06T08:59:31Z</dcterms:created>
  <dcterms:modified xsi:type="dcterms:W3CDTF">2026-05-06T14:26:07Z</dcterms:modified>
</cp:coreProperties>
</file>